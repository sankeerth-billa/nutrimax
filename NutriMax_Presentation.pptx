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651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65100"/>
                </a:solidFill>
                <a:latin typeface="Arial"/>
              </a:rPr>
              <a:t>Top Items by Nutrition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 Beans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Chickpeas</c:v>
                </c:pt>
              </c:strCache>
            </c:strRef>
          </c:tx>
          <c:spPr>
            <a:solidFill>
              <a:srgbClr val="FF6D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Lentils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0.63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Peanut Butter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0.58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Whole Milk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0.52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Chicken Breast</c:v>
                </c:pt>
              </c:strCache>
            </c:strRef>
          </c:tx>
          <c:spPr>
            <a:solidFill>
              <a:srgbClr val="FFA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0.49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Bananas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0.42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Broccoli</c:v>
                </c:pt>
              </c:strCache>
            </c:strRef>
          </c:tx>
          <c:spPr>
            <a:solidFill>
              <a:srgbClr val="BF36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Score</c:v>
                  </c:pt>
                </c:lvl>
              </c:multiLvlStrCache>
            </c:multiLvlStrRef>
          </c:cat>
          <c:val>
            <c:numRef>
              <c:f>Sheet1!$I$2:$I$2</c:f>
              <c:numCache>
                <c:formatCode>General</c:formatCode>
                <c:ptCount val="1"/>
                <c:pt idx="0">
                  <c:v>0.38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FFE0B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1212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FF6D00">
              <a:alpha val="2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E65100">
              <a:alpha val="3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200400"/>
            <a:ext cx="2926080" cy="2926080"/>
          </a:xfrm>
          <a:prstGeom prst="ellipse">
            <a:avLst/>
          </a:prstGeom>
          <a:solidFill>
            <a:srgbClr val="FF9800">
              <a:alpha val="20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🥦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NutriMax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Budget-Aware Grocery Optimizer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3657600" cy="457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MSML606 — Extra Credit Project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Prathamesh Uravane  ·  Sankeerth Billa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Kroger Data  ·  Dynamic Programming  ·  React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6400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" y="24688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on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budget?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37560" y="457200"/>
            <a:ext cx="5486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7560" y="457200"/>
            <a:ext cx="73152" cy="12618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731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51960" y="548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9875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skip nutritious food due to cost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5486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920240"/>
            <a:ext cx="73152" cy="12618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5196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1960" y="24505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balance budget vs nutrition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3383280"/>
            <a:ext cx="54864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3383280"/>
            <a:ext cx="73152" cy="12618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51960" y="3474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NutriMax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51960" y="3913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grocery list automatically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4663440"/>
            <a:ext cx="5486400" cy="3474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663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direct instance of the 0/1 Knapsack Problem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06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Kroger Public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developer.kroger.com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real grocery products with live retail prices from Kroger &amp; Harris Teeter stores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74320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06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USDA FoodData Central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18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fdc.nal.usda.gov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nutrition database — calories, protein, fiber, vitamins A &amp; C per 100g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74320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06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Enrichment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618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Fuzzy-matched 87 of 98 products to USDA; filled missing nutrition via name matching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960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Items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834640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846320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Enriched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58000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Scored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Algorithm: 0/1 Knapsack Dynamic Programming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206240" cy="1463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D0A0"/>
            </a:solidFill>
          </a:ln>
        </p:spPr>
        <p:txBody>
          <a:bodyPr wrap="square" lIns="101600" tIns="127000" rIns="1270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Σ v[i] · x[i]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to  Σ p[i] · x[i]  ≤  Budget B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x[i] ∈ {0, 1}  (buy or skip)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v[i] = nutrition score    p[i] = price (cents)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 Recurrence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364992"/>
            <a:ext cx="4206240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B74D"/>
            </a:solidFill>
          </a:ln>
        </p:spPr>
        <p:txBody>
          <a:bodyPr wrap="square" lIns="101600" tIns="127000" rIns="1270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p[i] ≤ 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dp[i][b] = max(dp[i-1][b],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dp[i-1][b-p[i]] + v[i])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dp[i][b] = dp[i-1][b]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840480" cy="82296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05840"/>
            <a:ext cx="64008" cy="8229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69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× B)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13350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items, B = budget in cents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993392"/>
            <a:ext cx="3840480" cy="82296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993392"/>
            <a:ext cx="64008" cy="8229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× B)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2322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Reducible to O(B) with rolling array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980944"/>
            <a:ext cx="3840480" cy="82296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980944"/>
            <a:ext cx="64008" cy="8229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044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74920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optimal — not greedy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968496"/>
            <a:ext cx="3840480" cy="82296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968496"/>
            <a:ext cx="64008" cy="8229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(98 items, $30)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4297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2,940,000 cells solved instantly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617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Score: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828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5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0.40·protein + 0.25·fiber + 0.20·cal + 0.08·vitC + 0.07·vitA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NutriMax App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05740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 Optimizer Tab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→ click optimize → get ideal shopping list with nutrition breakdown and category spending chart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205740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3891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60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DP Visualizer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animated DP table showing how scores are computed across all items and budget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205740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43891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60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Report Tab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project report covering algorithm design, dataset, results, complexity and references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3154680"/>
          <a:ext cx="8595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FF9800">
              <a:alpha val="18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FF6D00">
              <a:alpha val="1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035040" cy="749808"/>
          </a:xfrm>
          <a:prstGeom prst="rect">
            <a:avLst/>
          </a:prstGeom>
          <a:solidFill>
            <a:srgbClr val="FFF8F0"/>
          </a:solidFill>
          <a:ln w="1524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7498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DP gives a guaranteed globally optimal grocery selection — greedy cannot.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6035040" cy="749808"/>
          </a:xfrm>
          <a:prstGeom prst="rect">
            <a:avLst/>
          </a:prstGeom>
          <a:solidFill>
            <a:srgbClr val="FFF8F0"/>
          </a:solidFill>
          <a:ln w="1524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01952"/>
            <a:ext cx="64008" cy="7498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19933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real Kroger products with live prices and USDA-enriched nutrition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6035040" cy="749808"/>
          </a:xfrm>
          <a:prstGeom prst="rect">
            <a:avLst/>
          </a:prstGeom>
          <a:solidFill>
            <a:srgbClr val="FFF8F0"/>
          </a:solidFill>
          <a:ln w="1524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98064"/>
            <a:ext cx="64008" cy="7498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88950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under 1ms for any realistic budget — fully client-side in the browser.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6035040" cy="749808"/>
          </a:xfrm>
          <a:prstGeom prst="rect">
            <a:avLst/>
          </a:prstGeom>
          <a:solidFill>
            <a:srgbClr val="FFF8F0"/>
          </a:solidFill>
          <a:ln w="1524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94176"/>
            <a:ext cx="64008" cy="7498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37856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nutrition weights let users prioritize protein, fiber, and vitamins.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1005840"/>
            <a:ext cx="2148840" cy="1417320"/>
          </a:xfrm>
          <a:prstGeom prst="rect">
            <a:avLst/>
          </a:prstGeom>
          <a:solidFill>
            <a:srgbClr val="FFF8F0"/>
          </a:solidFill>
          <a:ln w="254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1463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sankeerth-billa/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NutriMax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2606040"/>
            <a:ext cx="2148840" cy="141732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6974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Tech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3063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Kroger API · USDA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617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constraints · Dietary restriction filters · Live price API integration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Prathamesh Uravane  ·  Sankeerth Billa  ·  MSML606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NutriMax — Budget-Aware Grocery Optimizer</dc:title>
  <dc:subject>PptxGenJS Presentation</dc:subject>
  <dc:creator>Prathamesh Uravane &amp; Sankeerth Billa</dc:creator>
  <cp:lastModifiedBy>Prathamesh Uravane &amp; Sankeerth Billa</cp:lastModifiedBy>
  <cp:revision>1</cp:revision>
  <dcterms:created xsi:type="dcterms:W3CDTF">2026-05-06T20:42:44Z</dcterms:created>
  <dcterms:modified xsi:type="dcterms:W3CDTF">2026-05-06T20:42:44Z</dcterms:modified>
</cp:coreProperties>
</file>